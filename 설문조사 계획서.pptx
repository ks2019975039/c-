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74" r:id="rId16"/>
    <p:sldId id="278" r:id="rId17"/>
    <p:sldId id="270" r:id="rId18"/>
    <p:sldId id="273" r:id="rId19"/>
    <p:sldId id="271" r:id="rId20"/>
    <p:sldId id="2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5F0B7-4111-4504-B334-7EAB559C0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1F425F-2305-4DB2-806F-795AC3BBF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89E2B-598C-4ABF-9600-971DDA6D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BEDB4-9AD6-4BCC-9382-9BB00C72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E6F22-7E95-4DAD-A89C-3E49AF7E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38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2D625-9EBD-4BC6-B428-9FEAC1E4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5267E5-3BAC-4F1A-8274-25E1721D6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778CF5-E680-4FCD-ABB7-037560A9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8AA44-D1C8-4F7A-8E64-0FD6680BB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2271B-A2E6-492D-AE38-E870B8A5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48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5F5F0-87D8-4B60-970A-924EE653C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8C40D-B8BD-4286-A620-CEA895623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05D4C-E4B5-4C29-ADC1-0CE85F97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FCB4ED-3FD0-4B60-8347-5B58B119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AF226-C3F6-4D1C-BAE3-402959BE2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25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423B6-C99B-4644-9671-DFB7F1D4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D86C27-FEA5-4979-9AE6-4D41600A6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BA899F-0BDD-4F9C-BD8F-8F8771285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E455FB-06AC-43CC-A342-7F7B61C5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F6F714-95B4-4C26-8459-D712F4B8E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8CFFAD-7D36-459C-A870-87305434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00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BD612-228D-4706-80B0-6D0B8B59D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A4F4C2-C2FC-4C52-9635-1767A10CF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C0B25B-613A-4821-9EC7-95E829CAB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33C3ED-6B62-466D-A7BB-2BA7DD28D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2A69CC-68CB-4EEB-A13E-475C82FCE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4505B1-A497-4667-AD6D-B39530A1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78034D-E1A6-4864-A2B8-66074154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E80EC6-B703-4431-8C77-8EA05D83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2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609C9-7D9A-43A1-8139-EEA8DB2B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7E5E48-B0C1-40F9-AA43-400A348F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4F881B-C47E-406E-984C-FC7E15FB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A21810-C993-4A7E-AF3A-FD197832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74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3A710D-669D-412C-B11D-9E529541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F1EF1E-3065-412B-9A3E-42245DCB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003B4B-5773-487F-8474-1A46B3D0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57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4B4520-C64A-45C4-BDFA-6C7F2873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3862A-8922-4D94-9B20-86AB4732E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BC148F-980C-4884-A238-2CE6C8ACB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44F52-E6A6-430F-AFEA-68947587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F5427B-3553-4268-88C4-036F6B51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211335-4BEF-4E48-9A79-8BEC1151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88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A7031-E8E4-4522-865B-36FD4D091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25404A-2F14-4569-8715-B62B14E4B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4B0F3D-3C47-4589-996B-CFDCCBEF1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3EB154-A3EF-42AB-BEC7-19C855EE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4A5610-C1C3-4658-B3B2-DC5A08A3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19FC3B-5CC0-4900-B1AC-BCA42089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17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CDAC5-ADB4-4433-B15D-F749FA66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64421F-95A7-4201-949E-0C7520B70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E8C698-B388-42B3-B98F-A7A4E9DD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C93A85-FD81-47C5-9359-2B722A307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7FD93-FCCE-4679-A7D8-E429D07E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16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252DC1-F538-45AD-8144-468740C6E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B203E6-B08A-4DF2-9D35-17499BEA7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4E059-FD7B-4370-AD40-2A9FA551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4E1B9-64CB-4762-9FCE-E1613528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69A7DF-2B93-46D9-9C3B-453E638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78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20D78F-AB54-47FE-8761-4628284AC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3C1C8B-0650-4859-B165-294089583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7359B-2349-4CEF-B1AE-6DFE49D50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20529-990C-4463-B3A2-B5B1EF1AEF48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3100AC-6030-4E13-9286-02E525B2D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75FDA-6704-465F-89CC-211FE2C0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921C5-028B-4EF7-B38B-B724372ED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67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E29A79-0952-42BC-9CE8-3E0E1CCA6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D57CE15-2662-4202-8D9F-13D84F66C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0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C06B0A-D6C7-48A8-8E56-D6226404A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83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9F24BC2-A34D-4205-8CFA-0D80B6160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73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5B99F0-7572-4393-BE26-8C798EB3C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8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7B06E6-4FA4-4E49-A352-BACEE5FE1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4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7CD7CD-4F75-425F-99EC-BA042CE1B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1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14E494-3DA0-4BBD-BDCA-5AF5C2AD1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1B68A-D816-4A73-9E04-1F77F43D2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6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3FE4D0-7046-4704-856B-C216A5359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044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1DE013-58A1-425C-BFB8-529A9373F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10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A3CCD-7719-4C53-A6AD-7E24B6B09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89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1F1A6E1-926C-4A5C-85F6-F0AF44A4C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94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7576A7-F925-4241-BECF-BC6AEF8CF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25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FF9BA8A-2F34-4660-A9CD-5AB7BAB88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2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3CEB1D-CDA3-42AE-B901-50B2F078B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35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2EC76B-DD02-473F-9B5B-34AB582D6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8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424857-60EC-4577-AFF9-0F41DA479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99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94C3A1-1FC4-4A06-8B2E-3E20086B0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9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7779D8-7648-4F13-81C7-9641892F5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64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와이드스크린</PresentationFormat>
  <Paragraphs>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2</cp:revision>
  <dcterms:created xsi:type="dcterms:W3CDTF">2022-05-09T18:26:43Z</dcterms:created>
  <dcterms:modified xsi:type="dcterms:W3CDTF">2022-05-09T18:55:10Z</dcterms:modified>
</cp:coreProperties>
</file>